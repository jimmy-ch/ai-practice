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handoutMasterIdLst>
    <p:handoutMasterId r:id="rId8"/>
  </p:handoutMasterIdLst>
  <p:sldIdLst>
    <p:sldId id="265" r:id="rId2"/>
    <p:sldId id="296" r:id="rId3"/>
    <p:sldId id="297" r:id="rId4"/>
    <p:sldId id="298" r:id="rId5"/>
    <p:sldId id="299" r:id="rId6"/>
    <p:sldId id="267" r:id="rId7"/>
  </p:sldIdLst>
  <p:sldSz cx="9144000" cy="5143500" type="screen16x9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4616"/>
    <a:srgbClr val="4D148C"/>
    <a:srgbClr val="518132"/>
    <a:srgbClr val="721C1C"/>
    <a:srgbClr val="8D1515"/>
    <a:srgbClr val="612323"/>
    <a:srgbClr val="53565A"/>
    <a:srgbClr val="FF6200"/>
    <a:srgbClr val="BEA06E"/>
    <a:srgbClr val="BE8C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0" autoAdjust="0"/>
    <p:restoredTop sz="94674"/>
  </p:normalViewPr>
  <p:slideViewPr>
    <p:cSldViewPr snapToGrid="0" snapToObjects="1">
      <p:cViewPr>
        <p:scale>
          <a:sx n="75" d="100"/>
          <a:sy n="75" d="100"/>
        </p:scale>
        <p:origin x="1218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7" d="100"/>
          <a:sy n="67" d="100"/>
        </p:scale>
        <p:origin x="2613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C864D-E8FB-4B89-BAE0-1499487896DB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F7D1-CFC9-4BA0-8A14-4030C53D77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191A257-E915-08B2-1D8C-95BD3EC4E840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1989158" y="1844403"/>
            <a:ext cx="5143162" cy="1289050"/>
          </a:xfrm>
          <a:prstGeom prst="rect">
            <a:avLst/>
          </a:prstGeom>
        </p:spPr>
        <p:txBody>
          <a:bodyPr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标题内容编辑</a:t>
            </a:r>
            <a:endParaRPr kumimoji="1" lang="en-US" altLang="zh-CN" dirty="0"/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标题内容编辑</a:t>
            </a:r>
            <a:endParaRPr kumimoji="1" lang="en-US" altLang="zh-CN" dirty="0"/>
          </a:p>
          <a:p>
            <a:pPr lvl="0"/>
            <a:endParaRPr kumimoji="1" lang="en-US" altLang="zh-CN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3849688" y="3954463"/>
            <a:ext cx="1479958" cy="3736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子目录内容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A6FA88-8383-07EC-1082-F590759F08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1"/>
            <a:ext cx="9144000" cy="9337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731157" y="348434"/>
            <a:ext cx="2908300" cy="487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·</a:t>
            </a:r>
            <a:r>
              <a:rPr kumimoji="1" lang="zh-CN" altLang="en-US" dirty="0"/>
              <a:t>圆通</a:t>
            </a:r>
            <a:r>
              <a:rPr kumimoji="1" lang="en-US" altLang="zh-CN" dirty="0"/>
              <a:t>PPT</a:t>
            </a:r>
            <a:r>
              <a:rPr kumimoji="1" lang="zh-CN" altLang="en-US" dirty="0"/>
              <a:t>模板主题</a:t>
            </a:r>
          </a:p>
        </p:txBody>
      </p:sp>
      <p:sp>
        <p:nvSpPr>
          <p:cNvPr id="2" name="矩形 1"/>
          <p:cNvSpPr/>
          <p:nvPr userDrawn="1"/>
        </p:nvSpPr>
        <p:spPr>
          <a:xfrm>
            <a:off x="7164705" y="105410"/>
            <a:ext cx="1704340" cy="744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35DF90A-1924-CB12-09B8-2049082160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39957" y="172430"/>
            <a:ext cx="995617" cy="610813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210E2F7-DBFD-60EA-F0FE-5D474FB4E249}"/>
              </a:ext>
            </a:extLst>
          </p:cNvPr>
          <p:cNvCxnSpPr/>
          <p:nvPr userDrawn="1"/>
        </p:nvCxnSpPr>
        <p:spPr>
          <a:xfrm>
            <a:off x="413657" y="914400"/>
            <a:ext cx="8296517" cy="0"/>
          </a:xfrm>
          <a:prstGeom prst="line">
            <a:avLst/>
          </a:prstGeom>
          <a:ln w="28575">
            <a:solidFill>
              <a:srgbClr val="4D14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7122B27F-5C3E-CBA4-171F-6A0D22BEB150}"/>
              </a:ext>
            </a:extLst>
          </p:cNvPr>
          <p:cNvSpPr/>
          <p:nvPr userDrawn="1"/>
        </p:nvSpPr>
        <p:spPr>
          <a:xfrm>
            <a:off x="4093029" y="1211944"/>
            <a:ext cx="5050971" cy="3931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6B833F3-4E57-FECE-3B4D-C0AC11C7B7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244851" y="935003"/>
            <a:ext cx="5899150" cy="4208497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932090" y="1481228"/>
            <a:ext cx="2298791" cy="32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 b="0" i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01.</a:t>
            </a:r>
            <a:r>
              <a:rPr kumimoji="1" lang="zh-CN" altLang="en-US" dirty="0"/>
              <a:t>大纲标题内容</a:t>
            </a:r>
          </a:p>
        </p:txBody>
      </p:sp>
      <p:sp>
        <p:nvSpPr>
          <p:cNvPr id="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932090" y="2082119"/>
            <a:ext cx="2298791" cy="32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 b="0" i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02.</a:t>
            </a:r>
            <a:r>
              <a:rPr kumimoji="1" lang="zh-CN" altLang="en-US" dirty="0"/>
              <a:t>大纲标题内容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932090" y="2691243"/>
            <a:ext cx="2298791" cy="32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 b="0" i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03.</a:t>
            </a:r>
            <a:r>
              <a:rPr kumimoji="1" lang="zh-CN" altLang="en-US" dirty="0"/>
              <a:t>大纲标题内容</a:t>
            </a:r>
          </a:p>
        </p:txBody>
      </p:sp>
      <p:sp>
        <p:nvSpPr>
          <p:cNvPr id="10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932090" y="3292134"/>
            <a:ext cx="2298791" cy="32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 b="0" i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04.</a:t>
            </a:r>
            <a:r>
              <a:rPr kumimoji="1" lang="zh-CN" altLang="en-US" dirty="0"/>
              <a:t>大纲标题内容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图片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05501" y="244734"/>
            <a:ext cx="4649788" cy="306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01.</a:t>
            </a:r>
            <a:r>
              <a:rPr kumimoji="1" lang="zh-CN" altLang="en-US" dirty="0"/>
              <a:t>大纲标题内容</a:t>
            </a:r>
          </a:p>
        </p:txBody>
      </p:sp>
      <p:sp>
        <p:nvSpPr>
          <p:cNvPr id="2" name="矩形 1"/>
          <p:cNvSpPr/>
          <p:nvPr userDrawn="1"/>
        </p:nvSpPr>
        <p:spPr>
          <a:xfrm>
            <a:off x="7334885" y="15240"/>
            <a:ext cx="1440815" cy="629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F3FA31-485A-E7D1-1517-3F7D7236A7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65030" y="153381"/>
            <a:ext cx="770544" cy="4727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30629" y="0"/>
            <a:ext cx="9013371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574766" y="2090012"/>
            <a:ext cx="3640138" cy="60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 i="0" spc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谢谢</a:t>
            </a:r>
            <a:r>
              <a:rPr kumimoji="1" lang="en-US" altLang="zh-CN" dirty="0"/>
              <a:t>!</a:t>
            </a:r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6548120" y="495935"/>
            <a:ext cx="2151380" cy="2959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 err="1"/>
              <a:t>www.yto.net.cn</a:t>
            </a:r>
            <a:endParaRPr kumimoji="1" lang="zh-CN" altLang="en-US" dirty="0" err="1"/>
          </a:p>
        </p:txBody>
      </p:sp>
      <p:sp>
        <p:nvSpPr>
          <p:cNvPr id="2" name="矩形 1"/>
          <p:cNvSpPr/>
          <p:nvPr userDrawn="1"/>
        </p:nvSpPr>
        <p:spPr>
          <a:xfrm>
            <a:off x="594995" y="185420"/>
            <a:ext cx="1870710" cy="834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5AF0E0A-C515-5A91-2234-4E54502A8041}"/>
              </a:ext>
            </a:extLst>
          </p:cNvPr>
          <p:cNvSpPr/>
          <p:nvPr userDrawn="1"/>
        </p:nvSpPr>
        <p:spPr>
          <a:xfrm>
            <a:off x="0" y="69850"/>
            <a:ext cx="9144000" cy="5073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643721D-013A-33F9-9D97-BB6CB257BF9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-1"/>
            <a:ext cx="9144000" cy="9337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534970" y="1844403"/>
            <a:ext cx="5879562" cy="1289050"/>
          </a:xfrm>
        </p:spPr>
        <p:txBody>
          <a:bodyPr/>
          <a:lstStyle/>
          <a:p>
            <a:r>
              <a:rPr lang="zh-CN" altLang="en-US" dirty="0"/>
              <a:t>主标题内容编辑区域</a:t>
            </a:r>
            <a:endParaRPr lang="en-US" altLang="zh-CN" dirty="0"/>
          </a:p>
          <a:p>
            <a:r>
              <a:rPr lang="zh-CN" altLang="en-US" sz="2800" dirty="0"/>
              <a:t>副标题内容编辑区域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>
          <a:xfrm>
            <a:off x="3790818" y="3954463"/>
            <a:ext cx="1562364" cy="373697"/>
          </a:xfrm>
        </p:spPr>
        <p:txBody>
          <a:bodyPr/>
          <a:lstStyle/>
          <a:p>
            <a:r>
              <a:rPr lang="zh-CN" altLang="en-US" dirty="0"/>
              <a:t>内容备注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6B93E-4417-87F6-9743-B40FC857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0760C5-E778-54A7-6891-DAE664F34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751" y="545413"/>
            <a:ext cx="6445250" cy="4598088"/>
          </a:xfrm>
          <a:prstGeom prst="rect">
            <a:avLst/>
          </a:prstGeom>
        </p:spPr>
      </p:pic>
      <p:sp>
        <p:nvSpPr>
          <p:cNvPr id="23" name="文本占位符 1">
            <a:extLst>
              <a:ext uri="{FF2B5EF4-FFF2-40B4-BE49-F238E27FC236}">
                <a16:creationId xmlns:a16="http://schemas.microsoft.com/office/drawing/2014/main" id="{6738E38A-158E-2289-7BE0-070B93E8AE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760" y="935002"/>
            <a:ext cx="2601990" cy="288769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8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01.</a:t>
            </a:r>
            <a:r>
              <a:rPr kumimoji="1" lang="zh-CN" altLang="en-US" sz="18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大纲标题内容</a:t>
            </a:r>
            <a:endParaRPr kumimoji="1" lang="en-US" altLang="zh-CN" sz="18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8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02.</a:t>
            </a:r>
            <a:r>
              <a:rPr kumimoji="1" lang="zh-CN" altLang="en-US" sz="18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大纲标题内容</a:t>
            </a:r>
            <a:endParaRPr kumimoji="1" lang="en-US" altLang="zh-CN" sz="18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8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03.</a:t>
            </a:r>
            <a:r>
              <a:rPr kumimoji="1" lang="zh-CN" altLang="en-US" sz="18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大纲标题内容</a:t>
            </a:r>
            <a:endParaRPr kumimoji="1" lang="en-US" altLang="zh-CN" sz="18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8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04.</a:t>
            </a:r>
            <a:r>
              <a:rPr kumimoji="1" lang="zh-CN" altLang="en-US" sz="18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大纲标题内容</a:t>
            </a:r>
            <a:endParaRPr kumimoji="1" lang="en-US" altLang="zh-CN" sz="18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8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05.</a:t>
            </a:r>
            <a:r>
              <a:rPr kumimoji="1" lang="zh-CN" altLang="en-US" sz="18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大纲标题内容</a:t>
            </a:r>
            <a:endParaRPr kumimoji="1" lang="en-US" altLang="zh-CN" sz="18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8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18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05A76BA3-C580-E41A-952A-5BDF54E48158}"/>
              </a:ext>
            </a:extLst>
          </p:cNvPr>
          <p:cNvSpPr txBox="1">
            <a:spLocks/>
          </p:cNvSpPr>
          <p:nvPr/>
        </p:nvSpPr>
        <p:spPr>
          <a:xfrm>
            <a:off x="325360" y="153953"/>
            <a:ext cx="2601990" cy="525497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目录内容</a:t>
            </a:r>
          </a:p>
        </p:txBody>
      </p:sp>
    </p:spTree>
    <p:extLst>
      <p:ext uri="{BB962C8B-B14F-4D97-AF65-F5344CB8AC3E}">
        <p14:creationId xmlns:p14="http://schemas.microsoft.com/office/powerpoint/2010/main" val="2373069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3100B-AEE0-92F4-CF28-498D03912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4785E2-8FDE-4B84-AB77-8331631378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9C3824-4246-21FC-CDBC-674F7341BE7C}"/>
              </a:ext>
            </a:extLst>
          </p:cNvPr>
          <p:cNvPicPr>
            <a:picLocks/>
          </p:cNvPicPr>
          <p:nvPr/>
        </p:nvPicPr>
        <p:blipFill>
          <a:blip r:embed="rId2"/>
          <a:srcRect r="25143"/>
          <a:stretch>
            <a:fillRect/>
          </a:stretch>
        </p:blipFill>
        <p:spPr>
          <a:xfrm>
            <a:off x="139701" y="786230"/>
            <a:ext cx="4572000" cy="43572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A4D531D-DA3A-8F1B-C7D3-37EF8EE7F9A7}"/>
              </a:ext>
            </a:extLst>
          </p:cNvPr>
          <p:cNvSpPr txBox="1"/>
          <p:nvPr/>
        </p:nvSpPr>
        <p:spPr>
          <a:xfrm>
            <a:off x="4914900" y="1885950"/>
            <a:ext cx="3556000" cy="2172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大纲标题内容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内容摘要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/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内容摘要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/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内容摘要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5163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55787-0270-5353-A7B6-8E4010598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9E0E05-6FFD-D21A-6D9B-AAA69419C4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A3E7E9BE-6DD8-3F70-3842-DC3609568D22}"/>
              </a:ext>
            </a:extLst>
          </p:cNvPr>
          <p:cNvSpPr txBox="1">
            <a:spLocks/>
          </p:cNvSpPr>
          <p:nvPr/>
        </p:nvSpPr>
        <p:spPr>
          <a:xfrm>
            <a:off x="405501" y="860684"/>
            <a:ext cx="4649788" cy="30681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B29122DE-C383-D9E6-FAFE-62A51E0F8310}"/>
              </a:ext>
            </a:extLst>
          </p:cNvPr>
          <p:cNvSpPr txBox="1">
            <a:spLocks/>
          </p:cNvSpPr>
          <p:nvPr/>
        </p:nvSpPr>
        <p:spPr>
          <a:xfrm>
            <a:off x="560309" y="773565"/>
            <a:ext cx="8178189" cy="3957186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18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正文内容</a:t>
            </a:r>
            <a:endParaRPr kumimoji="1" lang="en-US" altLang="zh-CN" sz="18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18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1590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CB3D1-E15B-86CB-2DC9-7429E2316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330FCD-A379-FD48-D726-C02E468AD2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35254E45-5493-6657-5B67-8B1CA2044B4D}"/>
              </a:ext>
            </a:extLst>
          </p:cNvPr>
          <p:cNvSpPr txBox="1">
            <a:spLocks/>
          </p:cNvSpPr>
          <p:nvPr/>
        </p:nvSpPr>
        <p:spPr>
          <a:xfrm>
            <a:off x="405501" y="860684"/>
            <a:ext cx="4649788" cy="30681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B4B6A99C-8468-7D78-96B5-EB394D8B8879}"/>
              </a:ext>
            </a:extLst>
          </p:cNvPr>
          <p:cNvSpPr txBox="1">
            <a:spLocks/>
          </p:cNvSpPr>
          <p:nvPr/>
        </p:nvSpPr>
        <p:spPr>
          <a:xfrm>
            <a:off x="560310" y="773565"/>
            <a:ext cx="5351540" cy="481048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18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图片相关内容</a:t>
            </a:r>
            <a:endParaRPr kumimoji="1" lang="en-US" altLang="zh-CN" sz="18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18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0B84EB-D8DB-570F-4787-4E59E7ECE68F}"/>
              </a:ext>
            </a:extLst>
          </p:cNvPr>
          <p:cNvSpPr/>
          <p:nvPr/>
        </p:nvSpPr>
        <p:spPr>
          <a:xfrm>
            <a:off x="560310" y="1348887"/>
            <a:ext cx="8170940" cy="3365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图片</a:t>
            </a:r>
          </a:p>
        </p:txBody>
      </p:sp>
    </p:spTree>
    <p:extLst>
      <p:ext uri="{BB962C8B-B14F-4D97-AF65-F5344CB8AC3E}">
        <p14:creationId xmlns:p14="http://schemas.microsoft.com/office/powerpoint/2010/main" val="2716968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A19898E-B968-7209-7AA0-FB2242EEE5CB}"/>
              </a:ext>
            </a:extLst>
          </p:cNvPr>
          <p:cNvPicPr>
            <a:picLocks/>
          </p:cNvPicPr>
          <p:nvPr/>
        </p:nvPicPr>
        <p:blipFill>
          <a:blip r:embed="rId2"/>
          <a:srcRect l="18413" r="18436"/>
          <a:stretch>
            <a:fillRect/>
          </a:stretch>
        </p:blipFill>
        <p:spPr>
          <a:xfrm>
            <a:off x="298450" y="99258"/>
            <a:ext cx="1372101" cy="9430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CCE867E-0695-DD64-5A19-D7573F5CF6A3}"/>
              </a:ext>
            </a:extLst>
          </p:cNvPr>
          <p:cNvSpPr txBox="1"/>
          <p:nvPr/>
        </p:nvSpPr>
        <p:spPr>
          <a:xfrm>
            <a:off x="2952710" y="1786920"/>
            <a:ext cx="32385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谢谢！</a:t>
            </a:r>
            <a:endParaRPr lang="en-US" altLang="zh-CN" sz="54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algn="ctr"/>
            <a:r>
              <a:rPr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THANK YOU</a:t>
            </a:r>
            <a:r>
              <a:rPr lang="zh-CN" altLang="en-US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745943-1052-2E38-09EB-8A0724622161}"/>
              </a:ext>
            </a:extLst>
          </p:cNvPr>
          <p:cNvSpPr/>
          <p:nvPr/>
        </p:nvSpPr>
        <p:spPr>
          <a:xfrm>
            <a:off x="0" y="4847590"/>
            <a:ext cx="9144000" cy="2959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97152E-D13A-2ECB-9670-B19D56DC2737}"/>
              </a:ext>
            </a:extLst>
          </p:cNvPr>
          <p:cNvSpPr/>
          <p:nvPr/>
        </p:nvSpPr>
        <p:spPr>
          <a:xfrm>
            <a:off x="0" y="4705350"/>
            <a:ext cx="9144000" cy="142240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A4616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GU0OWI3ODY1NzFmZTNmZWJlZDVhNGZjY2Y1ZDM3ZDQifQ=="/>
</p:tagLst>
</file>

<file path=ppt/theme/theme1.xml><?xml version="1.0" encoding="utf-8"?>
<a:theme xmlns:a="http://schemas.openxmlformats.org/drawingml/2006/main" name="Office 主题">
  <a:themeElements>
    <a:clrScheme name="自定义 1">
      <a:dk1>
        <a:srgbClr val="4E148B"/>
      </a:dk1>
      <a:lt1>
        <a:srgbClr val="FFFFFF"/>
      </a:lt1>
      <a:dk2>
        <a:srgbClr val="44546A"/>
      </a:dk2>
      <a:lt2>
        <a:srgbClr val="E7E6E6"/>
      </a:lt2>
      <a:accent1>
        <a:srgbClr val="4E148B"/>
      </a:accent1>
      <a:accent2>
        <a:srgbClr val="FF6900"/>
      </a:accent2>
      <a:accent3>
        <a:srgbClr val="FE00B8"/>
      </a:accent3>
      <a:accent4>
        <a:srgbClr val="53565A"/>
      </a:accent4>
      <a:accent5>
        <a:srgbClr val="4D148C"/>
      </a:accent5>
      <a:accent6>
        <a:srgbClr val="FF6900"/>
      </a:accent6>
      <a:hlink>
        <a:srgbClr val="4D148C"/>
      </a:hlink>
      <a:folHlink>
        <a:srgbClr val="53565A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373</TotalTime>
  <Words>61</Words>
  <Application>Microsoft Office PowerPoint</Application>
  <PresentationFormat>全屏显示(16:9)</PresentationFormat>
  <Paragraphs>17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思源黑体 CN Heavy</vt:lpstr>
      <vt:lpstr>思源黑体 CN Medium</vt:lpstr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363539375@qq.com</cp:lastModifiedBy>
  <cp:revision>126</cp:revision>
  <dcterms:created xsi:type="dcterms:W3CDTF">2023-12-29T01:13:00Z</dcterms:created>
  <dcterms:modified xsi:type="dcterms:W3CDTF">2025-09-12T05:26:22Z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C7BC63C9605745ABB8EA1A1F4814E956_13</vt:lpwstr>
  </property>
</Properties>
</file>